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1A"/>
    <a:srgbClr val="FFD700"/>
    <a:srgbClr val="A1A1A1"/>
    <a:srgbClr val="478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3B14C-A9CD-88B6-837F-AB7C24625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040DA8-BB9F-9988-6900-D3ACA178E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0D6716-3CE0-9B1C-8FCD-96D0E14D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67432F-4D16-7756-B734-AB4C22B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8D46E8-C2E9-3015-4611-E33819A0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571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F56AF-309C-17E8-DDE6-449E537E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757290-44FF-0B47-D004-62D77D7F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79A1ED-3FBE-5EF4-19DC-049A2BB93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E055BD-2D4B-5A7C-F73D-5FD7895F2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1B02DF-737C-97E3-8480-64AEB6C7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44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EF4BD-5352-A8AB-D385-8C440CA9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CCF5F4-0626-FDD2-9B53-1EC4BB315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1E47E6-FBB4-0A5F-122F-28E3B278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C0C13F-6896-DF11-06EA-FC3791F0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07F98C-AFB6-E41B-7EFF-2193AE67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562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FA8D-9379-8E1A-DFBA-634EA480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A40AE6-B712-F221-BB6B-53A18DDDA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E12F80-1A77-995B-1CA5-0C422333D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A89B95-A3BB-B7B0-F27D-53C1A7991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A35A4E-B477-18B9-4EB1-74AB3222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65BAD2-E967-4F22-B774-D2F672E7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196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515BF-8659-86E2-31AF-0C83EC45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799168-C046-09F1-3278-A91BA41FE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DBB96A-5BBE-CFB1-6593-684297606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B8C689-3A46-690A-CF78-2C2A130F1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406EB4-38AD-6E3C-5EB2-9A47A534B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FD9E5DD-E471-7581-39A5-4B00D244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9C24CF-0624-AB5A-CF91-57FE5468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E92B40C-7FC4-8F75-7C87-488C3929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417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34E33-7D1B-4AD2-D8B7-D74594F8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4AB48D-6076-20CE-91D2-8C339644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7E5AD5F-DA76-0876-83E5-2BF52D6A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A94211-6FE7-559B-B9EB-4BA6A687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950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3E875E5-480E-7081-3A2C-41227D72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C40DA1-6443-14CC-4858-1E0EE89C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E6B096-A457-E8F7-2B5F-8F86CB7E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34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DD99C-2B50-A47F-96EF-8E5B2E86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22E38-5051-D304-140B-A9D87FDB5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98C65E-A02F-FD7E-3CF7-442710565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08662F-A8B5-9FD1-614C-6D323444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7F5D36-8C82-D7E2-EE3D-3C19BD99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536D1C-17D9-5B9B-E247-89157B3F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144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DA876-DA60-2986-EEB0-9B7944F63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9D071AD-90C3-5C04-8E7D-02D5D402E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6ECDCF-8323-CC24-8E16-F515872D3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73541F-0D06-20BD-DA79-27FE0606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6E1132-78CC-A2F5-17D8-91A35956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C2788F-1724-57E5-827E-E25A80F1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087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CE07EC-B49F-1F2A-BD2D-55648237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B94A7F-56F9-62AA-D0C3-208E6CE8D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E971CF-7811-0C85-962B-52576B82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77753-8947-9E28-933E-E816B0F7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3F97EB-3F13-7F5E-858B-B26C85B1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320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E8572EC-1D32-F089-CEE2-AE1525979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6AEAAB-B7D8-CE2B-58A1-2B34B5744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62240E-CC23-B004-8F87-FD37C6386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8086E1-9647-9BBB-337C-39737CFF7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21EE88-DEBD-B214-2DD6-4152AD15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997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A34E6-0FC5-F638-CBE8-76D8AA78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E24459-E2D6-3C05-DD6E-EF969FE8C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54AC23-0101-ADCB-7F57-496D70225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A9692-6F03-494D-B2CC-74A9E670F4CD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F41B19-3076-4094-8442-A62FCE927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423BA7-2244-9D81-AAA0-91C82B3FA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2BC56-0177-46BD-AF38-18711DA583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54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813A06D-D708-9EA5-44DA-5CB0CDE023D3}"/>
              </a:ext>
            </a:extLst>
          </p:cNvPr>
          <p:cNvSpPr txBox="1">
            <a:spLocks/>
          </p:cNvSpPr>
          <p:nvPr/>
        </p:nvSpPr>
        <p:spPr>
          <a:xfrm>
            <a:off x="3001857" y="-2625652"/>
            <a:ext cx="6274889" cy="6005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spc="600" dirty="0">
                <a:solidFill>
                  <a:srgbClr val="1A1A1A"/>
                </a:solidFill>
                <a:latin typeface="Pribambas" panose="00000500000000000000" pitchFamily="2" charset="0"/>
              </a:rPr>
              <a:t>Как так мы поняли тему?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8133CD-D6C3-2371-FBF1-C3EDAEE06373}"/>
              </a:ext>
            </a:extLst>
          </p:cNvPr>
          <p:cNvSpPr txBox="1"/>
          <p:nvPr/>
        </p:nvSpPr>
        <p:spPr>
          <a:xfrm>
            <a:off x="5042832" y="2615085"/>
            <a:ext cx="348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квасс</a:t>
            </a:r>
            <a:endParaRPr lang="ru-RU" dirty="0"/>
          </a:p>
        </p:txBody>
      </p:sp>
      <p:sp>
        <p:nvSpPr>
          <p:cNvPr id="12" name="Ромб 11">
            <a:extLst>
              <a:ext uri="{FF2B5EF4-FFF2-40B4-BE49-F238E27FC236}">
                <a16:creationId xmlns:a16="http://schemas.microsoft.com/office/drawing/2014/main" id="{A3453F6F-3FA8-B44C-7383-426B8F8115C7}"/>
              </a:ext>
            </a:extLst>
          </p:cNvPr>
          <p:cNvSpPr/>
          <p:nvPr/>
        </p:nvSpPr>
        <p:spPr>
          <a:xfrm>
            <a:off x="-3" y="822401"/>
            <a:ext cx="12192000" cy="5286600"/>
          </a:xfrm>
          <a:prstGeom prst="diamond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Ромб 14">
            <a:extLst>
              <a:ext uri="{FF2B5EF4-FFF2-40B4-BE49-F238E27FC236}">
                <a16:creationId xmlns:a16="http://schemas.microsoft.com/office/drawing/2014/main" id="{51559BE3-51B9-C9AA-A62F-ABBAB49934BD}"/>
              </a:ext>
            </a:extLst>
          </p:cNvPr>
          <p:cNvSpPr/>
          <p:nvPr/>
        </p:nvSpPr>
        <p:spPr>
          <a:xfrm>
            <a:off x="2774480" y="1384833"/>
            <a:ext cx="6643035" cy="4141271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60F6A-C3C6-B278-D8AA-3752DC44C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4474" y="1951522"/>
            <a:ext cx="6343049" cy="2954956"/>
          </a:xfrm>
        </p:spPr>
        <p:txBody>
          <a:bodyPr anchor="ctr">
            <a:normAutofit/>
          </a:bodyPr>
          <a:lstStyle/>
          <a:p>
            <a:r>
              <a:rPr lang="en-US" sz="5400" spc="600" dirty="0" err="1">
                <a:solidFill>
                  <a:srgbClr val="FFD700"/>
                </a:solidFill>
                <a:latin typeface="Pribambas" panose="00000500000000000000" pitchFamily="2" charset="0"/>
              </a:rPr>
              <a:t>QuassCraft</a:t>
            </a:r>
            <a:r>
              <a:rPr lang="en-US" sz="5400" spc="600" dirty="0">
                <a:solidFill>
                  <a:srgbClr val="FFD700"/>
                </a:solidFill>
                <a:latin typeface="Pribambas" panose="00000500000000000000" pitchFamily="2" charset="0"/>
              </a:rPr>
              <a:t> the game</a:t>
            </a:r>
            <a:endParaRPr lang="ru-RU" sz="5400" spc="6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A3F88-9856-D481-D2B8-30E8F7637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757" y="6098005"/>
            <a:ext cx="2335731" cy="558267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D700"/>
                </a:solidFill>
                <a:latin typeface="Pribambas" panose="00000500000000000000" pitchFamily="2" charset="0"/>
              </a:rPr>
              <a:t>By </a:t>
            </a:r>
            <a:r>
              <a:rPr lang="en-US" dirty="0" err="1">
                <a:solidFill>
                  <a:srgbClr val="FFD700"/>
                </a:solidFill>
                <a:latin typeface="Pribambas" panose="00000500000000000000" pitchFamily="2" charset="0"/>
              </a:rPr>
              <a:t>Unvarlings</a:t>
            </a:r>
            <a:endParaRPr lang="en-US" dirty="0">
              <a:solidFill>
                <a:srgbClr val="FFD700"/>
              </a:solidFill>
              <a:latin typeface="Pribambas" panose="00000500000000000000" pitchFamily="2" charset="0"/>
            </a:endParaRPr>
          </a:p>
          <a:p>
            <a:endParaRPr lang="en-US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21AC0-D1D3-2A7E-B607-0540F4B02DD3}"/>
              </a:ext>
            </a:extLst>
          </p:cNvPr>
          <p:cNvSpPr txBox="1"/>
          <p:nvPr/>
        </p:nvSpPr>
        <p:spPr>
          <a:xfrm>
            <a:off x="10222030" y="6109001"/>
            <a:ext cx="1969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78CBF"/>
                </a:solidFill>
              </a:rPr>
              <a:t>Powered by </a:t>
            </a:r>
            <a:r>
              <a:rPr lang="en-US" dirty="0" err="1">
                <a:solidFill>
                  <a:srgbClr val="478CBF"/>
                </a:solidFill>
                <a:latin typeface="Inter" panose="02000503000000020004" pitchFamily="2" charset="0"/>
                <a:ea typeface="Inter" panose="02000503000000020004" pitchFamily="2" charset="0"/>
              </a:rPr>
              <a:t>GoDoT</a:t>
            </a:r>
            <a:endParaRPr lang="ru-RU" dirty="0">
              <a:solidFill>
                <a:srgbClr val="478CB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C0165F-4ACF-7BF9-B28B-F601F928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645" y="5998947"/>
            <a:ext cx="756385" cy="7563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C99D71-E6C7-F42A-32C0-65BDA7CF7FE9}"/>
              </a:ext>
            </a:extLst>
          </p:cNvPr>
          <p:cNvSpPr txBox="1"/>
          <p:nvPr/>
        </p:nvSpPr>
        <p:spPr>
          <a:xfrm>
            <a:off x="5042832" y="1845644"/>
            <a:ext cx="21063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D700"/>
                </a:solidFill>
                <a:latin typeface="Pribambas" panose="00000500000000000000" pitchFamily="2" charset="0"/>
              </a:rPr>
              <a:t>GameJam</a:t>
            </a:r>
            <a:r>
              <a:rPr lang="en-US" sz="2800" dirty="0">
                <a:solidFill>
                  <a:srgbClr val="FFD700"/>
                </a:solidFill>
                <a:latin typeface="Pribambas" panose="00000500000000000000" pitchFamily="2" charset="0"/>
              </a:rPr>
              <a:t> </a:t>
            </a:r>
            <a:r>
              <a:rPr lang="ru-RU" sz="2800" dirty="0">
                <a:solidFill>
                  <a:srgbClr val="FFD700"/>
                </a:solidFill>
                <a:latin typeface="Pribambas" panose="00000500000000000000" pitchFamily="2" charset="0"/>
              </a:rPr>
              <a:t>тема</a:t>
            </a:r>
            <a:r>
              <a:rPr lang="en-US" sz="2800" dirty="0">
                <a:solidFill>
                  <a:srgbClr val="FFD700"/>
                </a:solidFill>
                <a:latin typeface="Pribambas" panose="00000500000000000000" pitchFamily="2" charset="0"/>
              </a:rPr>
              <a:t>: </a:t>
            </a:r>
            <a:r>
              <a:rPr lang="ru-RU" sz="2800" dirty="0" err="1">
                <a:solidFill>
                  <a:srgbClr val="FFD700"/>
                </a:solidFill>
                <a:latin typeface="Pribambas" panose="00000500000000000000" pitchFamily="2" charset="0"/>
              </a:rPr>
              <a:t>КВАСс</a:t>
            </a:r>
            <a:endParaRPr lang="ru-RU" sz="28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8B827C-0B9A-1EBB-A688-8E3DB7315B14}"/>
              </a:ext>
            </a:extLst>
          </p:cNvPr>
          <p:cNvSpPr txBox="1"/>
          <p:nvPr/>
        </p:nvSpPr>
        <p:spPr>
          <a:xfrm>
            <a:off x="5417677" y="7101502"/>
            <a:ext cx="1424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D700"/>
                </a:solidFill>
                <a:latin typeface="Pribambas" panose="00000500000000000000" pitchFamily="2" charset="0"/>
              </a:rPr>
              <a:t>Подсказка</a:t>
            </a:r>
            <a:r>
              <a:rPr lang="en-US" dirty="0">
                <a:solidFill>
                  <a:srgbClr val="FFD700"/>
                </a:solidFill>
                <a:latin typeface="Pribambas" panose="00000500000000000000" pitchFamily="2" charset="0"/>
              </a:rPr>
              <a:t>: </a:t>
            </a:r>
            <a:r>
              <a:rPr lang="ru-RU" dirty="0" err="1">
                <a:solidFill>
                  <a:srgbClr val="FFD700"/>
                </a:solidFill>
                <a:latin typeface="Pribambas" panose="00000500000000000000" pitchFamily="2" charset="0"/>
              </a:rPr>
              <a:t>квасс</a:t>
            </a:r>
            <a:endParaRPr lang="ru-RU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674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омб 11">
            <a:extLst>
              <a:ext uri="{FF2B5EF4-FFF2-40B4-BE49-F238E27FC236}">
                <a16:creationId xmlns:a16="http://schemas.microsoft.com/office/drawing/2014/main" id="{A3453F6F-3FA8-B44C-7383-426B8F8115C7}"/>
              </a:ext>
            </a:extLst>
          </p:cNvPr>
          <p:cNvSpPr/>
          <p:nvPr/>
        </p:nvSpPr>
        <p:spPr>
          <a:xfrm>
            <a:off x="-3" y="-3886259"/>
            <a:ext cx="12060989" cy="10744259"/>
          </a:xfrm>
          <a:prstGeom prst="diamond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Ромб 14">
            <a:extLst>
              <a:ext uri="{FF2B5EF4-FFF2-40B4-BE49-F238E27FC236}">
                <a16:creationId xmlns:a16="http://schemas.microsoft.com/office/drawing/2014/main" id="{51559BE3-51B9-C9AA-A62F-ABBAB49934BD}"/>
              </a:ext>
            </a:extLst>
          </p:cNvPr>
          <p:cNvSpPr/>
          <p:nvPr/>
        </p:nvSpPr>
        <p:spPr>
          <a:xfrm>
            <a:off x="2776092" y="-1900021"/>
            <a:ext cx="6571651" cy="82771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60F6A-C3C6-B278-D8AA-3752DC44C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3046" y="-1516893"/>
            <a:ext cx="6274889" cy="6005526"/>
          </a:xfrm>
        </p:spPr>
        <p:txBody>
          <a:bodyPr anchor="ctr">
            <a:normAutofit/>
          </a:bodyPr>
          <a:lstStyle/>
          <a:p>
            <a:r>
              <a:rPr lang="ru-RU" sz="5400" spc="600" dirty="0">
                <a:solidFill>
                  <a:srgbClr val="FFD700"/>
                </a:solidFill>
                <a:latin typeface="Pribambas" panose="00000500000000000000" pitchFamily="2" charset="0"/>
              </a:rPr>
              <a:t>Как так мы поняли тему?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A3F88-9856-D481-D2B8-30E8F7637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757" y="6098005"/>
            <a:ext cx="2335731" cy="558267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D700"/>
                </a:solidFill>
                <a:latin typeface="Pribambas" panose="00000500000000000000" pitchFamily="2" charset="0"/>
              </a:rPr>
              <a:t>By </a:t>
            </a:r>
            <a:r>
              <a:rPr lang="en-US" dirty="0" err="1">
                <a:solidFill>
                  <a:srgbClr val="FFD700"/>
                </a:solidFill>
                <a:latin typeface="Pribambas" panose="00000500000000000000" pitchFamily="2" charset="0"/>
              </a:rPr>
              <a:t>Unvarlings</a:t>
            </a:r>
            <a:endParaRPr lang="en-US" dirty="0">
              <a:solidFill>
                <a:srgbClr val="FFD700"/>
              </a:solidFill>
              <a:latin typeface="Pribambas" panose="00000500000000000000" pitchFamily="2" charset="0"/>
            </a:endParaRPr>
          </a:p>
          <a:p>
            <a:endParaRPr lang="en-US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21AC0-D1D3-2A7E-B607-0540F4B02DD3}"/>
              </a:ext>
            </a:extLst>
          </p:cNvPr>
          <p:cNvSpPr txBox="1"/>
          <p:nvPr/>
        </p:nvSpPr>
        <p:spPr>
          <a:xfrm>
            <a:off x="10222030" y="6109001"/>
            <a:ext cx="1969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78CBF"/>
                </a:solidFill>
              </a:rPr>
              <a:t>Powered by </a:t>
            </a:r>
            <a:r>
              <a:rPr lang="en-US" dirty="0" err="1">
                <a:solidFill>
                  <a:srgbClr val="478CBF"/>
                </a:solidFill>
                <a:latin typeface="Inter" panose="02000503000000020004" pitchFamily="2" charset="0"/>
                <a:ea typeface="Inter" panose="02000503000000020004" pitchFamily="2" charset="0"/>
              </a:rPr>
              <a:t>GoDoT</a:t>
            </a:r>
            <a:endParaRPr lang="ru-RU" dirty="0">
              <a:solidFill>
                <a:srgbClr val="478CB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C0165F-4ACF-7BF9-B28B-F601F928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645" y="5998947"/>
            <a:ext cx="756385" cy="7563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F51DB5-7435-86C9-8673-1FF0D2B242FE}"/>
              </a:ext>
            </a:extLst>
          </p:cNvPr>
          <p:cNvSpPr txBox="1"/>
          <p:nvPr/>
        </p:nvSpPr>
        <p:spPr>
          <a:xfrm>
            <a:off x="5383599" y="5025052"/>
            <a:ext cx="1424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D700"/>
                </a:solidFill>
                <a:latin typeface="Pribambas" panose="00000500000000000000" pitchFamily="2" charset="0"/>
              </a:rPr>
              <a:t>Подсказка</a:t>
            </a:r>
            <a:r>
              <a:rPr lang="en-US" dirty="0">
                <a:solidFill>
                  <a:srgbClr val="FFD700"/>
                </a:solidFill>
                <a:latin typeface="Pribambas" panose="00000500000000000000" pitchFamily="2" charset="0"/>
              </a:rPr>
              <a:t>: </a:t>
            </a:r>
            <a:r>
              <a:rPr lang="ru-RU" dirty="0" err="1">
                <a:solidFill>
                  <a:srgbClr val="FFD700"/>
                </a:solidFill>
                <a:latin typeface="Pribambas" panose="00000500000000000000" pitchFamily="2" charset="0"/>
              </a:rPr>
              <a:t>квасс</a:t>
            </a:r>
            <a:endParaRPr lang="ru-RU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BB155B-5435-90D7-5DDF-51EBB6793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376" y="2238558"/>
            <a:ext cx="2900107" cy="2719981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8B4F6A3-6F4A-FEDF-CF95-A5E6C7181C3B}"/>
              </a:ext>
            </a:extLst>
          </p:cNvPr>
          <p:cNvSpPr txBox="1">
            <a:spLocks/>
          </p:cNvSpPr>
          <p:nvPr/>
        </p:nvSpPr>
        <p:spPr>
          <a:xfrm>
            <a:off x="-2916887" y="550012"/>
            <a:ext cx="2932449" cy="5558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5400" spc="-300" dirty="0">
                <a:solidFill>
                  <a:srgbClr val="FFD700"/>
                </a:solidFill>
                <a:latin typeface="Pribambas" panose="00000500000000000000" pitchFamily="2" charset="0"/>
              </a:rPr>
              <a:t>И как </a:t>
            </a:r>
            <a:r>
              <a:rPr lang="ru-RU" sz="5400" spc="-300" dirty="0" err="1">
                <a:solidFill>
                  <a:srgbClr val="FFD700"/>
                </a:solidFill>
                <a:latin typeface="Pribambas" panose="00000500000000000000" pitchFamily="2" charset="0"/>
              </a:rPr>
              <a:t>расскрыли</a:t>
            </a:r>
            <a:r>
              <a:rPr lang="ru-RU" sz="5400" spc="-300" dirty="0">
                <a:solidFill>
                  <a:srgbClr val="FFD700"/>
                </a:solidFill>
                <a:latin typeface="Pribambas" panose="000005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41152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омб 11">
            <a:extLst>
              <a:ext uri="{FF2B5EF4-FFF2-40B4-BE49-F238E27FC236}">
                <a16:creationId xmlns:a16="http://schemas.microsoft.com/office/drawing/2014/main" id="{A3453F6F-3FA8-B44C-7383-426B8F8115C7}"/>
              </a:ext>
            </a:extLst>
          </p:cNvPr>
          <p:cNvSpPr/>
          <p:nvPr/>
        </p:nvSpPr>
        <p:spPr>
          <a:xfrm>
            <a:off x="-2727999" y="531295"/>
            <a:ext cx="11044226" cy="6140918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Ромб 14">
            <a:extLst>
              <a:ext uri="{FF2B5EF4-FFF2-40B4-BE49-F238E27FC236}">
                <a16:creationId xmlns:a16="http://schemas.microsoft.com/office/drawing/2014/main" id="{51559BE3-51B9-C9AA-A62F-ABBAB49934BD}"/>
              </a:ext>
            </a:extLst>
          </p:cNvPr>
          <p:cNvSpPr/>
          <p:nvPr/>
        </p:nvSpPr>
        <p:spPr>
          <a:xfrm>
            <a:off x="863601" y="2552699"/>
            <a:ext cx="6896100" cy="253541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60F6A-C3C6-B278-D8AA-3752DC44C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5040" y="873177"/>
            <a:ext cx="2932449" cy="5558989"/>
          </a:xfrm>
        </p:spPr>
        <p:txBody>
          <a:bodyPr anchor="ctr">
            <a:normAutofit/>
          </a:bodyPr>
          <a:lstStyle/>
          <a:p>
            <a:pPr algn="r"/>
            <a:r>
              <a:rPr lang="ru-RU" sz="5400" spc="-300" dirty="0">
                <a:solidFill>
                  <a:srgbClr val="FFD700"/>
                </a:solidFill>
                <a:latin typeface="Pribambas" panose="00000500000000000000" pitchFamily="2" charset="0"/>
              </a:rPr>
              <a:t>И как </a:t>
            </a:r>
            <a:r>
              <a:rPr lang="ru-RU" sz="5400" spc="-300" dirty="0" err="1">
                <a:solidFill>
                  <a:srgbClr val="FFD700"/>
                </a:solidFill>
                <a:latin typeface="Pribambas" panose="00000500000000000000" pitchFamily="2" charset="0"/>
              </a:rPr>
              <a:t>расскрыли</a:t>
            </a:r>
            <a:r>
              <a:rPr lang="ru-RU" sz="5400" spc="-300" dirty="0">
                <a:solidFill>
                  <a:srgbClr val="FFD700"/>
                </a:solidFill>
                <a:latin typeface="Pribambas" panose="00000500000000000000" pitchFamily="2" charset="0"/>
              </a:rPr>
              <a:t>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A3F88-9856-D481-D2B8-30E8F7637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7003" y="6098630"/>
            <a:ext cx="1541224" cy="679327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solidFill>
                  <a:srgbClr val="FFD700"/>
                </a:solidFill>
                <a:latin typeface="Pribambas" panose="00000500000000000000" pitchFamily="2" charset="0"/>
              </a:rPr>
              <a:t>By </a:t>
            </a:r>
            <a:r>
              <a:rPr lang="en-US" dirty="0" err="1">
                <a:solidFill>
                  <a:srgbClr val="FFD700"/>
                </a:solidFill>
                <a:latin typeface="Pribambas" panose="00000500000000000000" pitchFamily="2" charset="0"/>
              </a:rPr>
              <a:t>Unvarlings</a:t>
            </a:r>
            <a:endParaRPr lang="en-US" dirty="0">
              <a:solidFill>
                <a:srgbClr val="FFD700"/>
              </a:solidFill>
              <a:latin typeface="Pribambas" panose="00000500000000000000" pitchFamily="2" charset="0"/>
            </a:endParaRPr>
          </a:p>
          <a:p>
            <a:endParaRPr lang="en-US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21AC0-D1D3-2A7E-B607-0540F4B02DD3}"/>
              </a:ext>
            </a:extLst>
          </p:cNvPr>
          <p:cNvSpPr txBox="1"/>
          <p:nvPr/>
        </p:nvSpPr>
        <p:spPr>
          <a:xfrm>
            <a:off x="10222030" y="6109001"/>
            <a:ext cx="1969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78CBF"/>
                </a:solidFill>
              </a:rPr>
              <a:t>Powered by </a:t>
            </a:r>
            <a:r>
              <a:rPr lang="en-US" dirty="0" err="1">
                <a:solidFill>
                  <a:srgbClr val="478CBF"/>
                </a:solidFill>
                <a:latin typeface="Inter" panose="02000503000000020004" pitchFamily="2" charset="0"/>
                <a:ea typeface="Inter" panose="02000503000000020004" pitchFamily="2" charset="0"/>
              </a:rPr>
              <a:t>GoDoT</a:t>
            </a:r>
            <a:endParaRPr lang="ru-RU" dirty="0">
              <a:solidFill>
                <a:srgbClr val="478CB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C0165F-4ACF-7BF9-B28B-F601F928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645" y="5998947"/>
            <a:ext cx="756385" cy="7563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F2233E-FDA3-1D0E-8253-34ADC6371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976" y="2241764"/>
            <a:ext cx="2900107" cy="2719981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5" name="Овал 24">
            <a:extLst>
              <a:ext uri="{FF2B5EF4-FFF2-40B4-BE49-F238E27FC236}">
                <a16:creationId xmlns:a16="http://schemas.microsoft.com/office/drawing/2014/main" id="{25214B81-CB60-001E-85E1-C1DBA87C6A0C}"/>
              </a:ext>
            </a:extLst>
          </p:cNvPr>
          <p:cNvSpPr/>
          <p:nvPr/>
        </p:nvSpPr>
        <p:spPr>
          <a:xfrm>
            <a:off x="-8595782" y="762123"/>
            <a:ext cx="2045503" cy="1092200"/>
          </a:xfrm>
          <a:prstGeom prst="ellipse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НАРЕЗКА ХЛЕБА</a:t>
            </a:r>
          </a:p>
        </p:txBody>
      </p:sp>
      <p:sp>
        <p:nvSpPr>
          <p:cNvPr id="26" name="Прямоугольник: усеченные противолежащие углы 25">
            <a:extLst>
              <a:ext uri="{FF2B5EF4-FFF2-40B4-BE49-F238E27FC236}">
                <a16:creationId xmlns:a16="http://schemas.microsoft.com/office/drawing/2014/main" id="{F9D3CFB8-10AE-626B-3E6E-EA9DB4E75D0C}"/>
              </a:ext>
            </a:extLst>
          </p:cNvPr>
          <p:cNvSpPr/>
          <p:nvPr/>
        </p:nvSpPr>
        <p:spPr>
          <a:xfrm>
            <a:off x="-5655748" y="520823"/>
            <a:ext cx="2088679" cy="1092200"/>
          </a:xfrm>
          <a:prstGeom prst="snip2DiagRect">
            <a:avLst>
              <a:gd name="adj1" fmla="val 0"/>
              <a:gd name="adj2" fmla="val 32946"/>
            </a:avLst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Закидывание в воду</a:t>
            </a:r>
          </a:p>
        </p:txBody>
      </p:sp>
      <p:cxnSp>
        <p:nvCxnSpPr>
          <p:cNvPr id="27" name="Соединитель: изогнутый 26">
            <a:extLst>
              <a:ext uri="{FF2B5EF4-FFF2-40B4-BE49-F238E27FC236}">
                <a16:creationId xmlns:a16="http://schemas.microsoft.com/office/drawing/2014/main" id="{9293F4CC-565F-78A7-AF2D-84E24CA70174}"/>
              </a:ext>
            </a:extLst>
          </p:cNvPr>
          <p:cNvCxnSpPr>
            <a:cxnSpLocks/>
            <a:stCxn id="25" idx="6"/>
            <a:endCxn id="26" idx="3"/>
          </p:cNvCxnSpPr>
          <p:nvPr/>
        </p:nvCxnSpPr>
        <p:spPr>
          <a:xfrm flipV="1">
            <a:off x="-6550279" y="520823"/>
            <a:ext cx="1938871" cy="787400"/>
          </a:xfrm>
          <a:prstGeom prst="curvedConnector4">
            <a:avLst>
              <a:gd name="adj1" fmla="val 27654"/>
              <a:gd name="adj2" fmla="val 138710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A1B7FB7E-E480-C9B2-CFD0-C7743A36738E}"/>
              </a:ext>
            </a:extLst>
          </p:cNvPr>
          <p:cNvSpPr/>
          <p:nvPr/>
        </p:nvSpPr>
        <p:spPr>
          <a:xfrm>
            <a:off x="-3183748" y="308766"/>
            <a:ext cx="2378304" cy="1714500"/>
          </a:xfrm>
          <a:prstGeom prst="parallelogram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Добавление сахара</a:t>
            </a:r>
          </a:p>
        </p:txBody>
      </p:sp>
      <p:cxnSp>
        <p:nvCxnSpPr>
          <p:cNvPr id="29" name="Соединитель: изогнутый 28">
            <a:extLst>
              <a:ext uri="{FF2B5EF4-FFF2-40B4-BE49-F238E27FC236}">
                <a16:creationId xmlns:a16="http://schemas.microsoft.com/office/drawing/2014/main" id="{BC921403-0ED3-90AD-C116-12E4BA42D03B}"/>
              </a:ext>
            </a:extLst>
          </p:cNvPr>
          <p:cNvCxnSpPr>
            <a:stCxn id="26" idx="1"/>
            <a:endCxn id="28" idx="2"/>
          </p:cNvCxnSpPr>
          <p:nvPr/>
        </p:nvCxnSpPr>
        <p:spPr>
          <a:xfrm rot="5400000" flipH="1" flipV="1">
            <a:off x="-3039086" y="-406306"/>
            <a:ext cx="447007" cy="3591652"/>
          </a:xfrm>
          <a:prstGeom prst="curvedConnector4">
            <a:avLst>
              <a:gd name="adj1" fmla="val -123029"/>
              <a:gd name="adj2" fmla="val 120818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Улыбающееся лицо 29">
            <a:extLst>
              <a:ext uri="{FF2B5EF4-FFF2-40B4-BE49-F238E27FC236}">
                <a16:creationId xmlns:a16="http://schemas.microsoft.com/office/drawing/2014/main" id="{C96BA3A8-257E-7DF7-7415-BA65BE94E4D1}"/>
              </a:ext>
            </a:extLst>
          </p:cNvPr>
          <p:cNvSpPr/>
          <p:nvPr/>
        </p:nvSpPr>
        <p:spPr>
          <a:xfrm>
            <a:off x="-8818355" y="1902398"/>
            <a:ext cx="2812898" cy="3471644"/>
          </a:xfrm>
          <a:prstGeom prst="smileyFace">
            <a:avLst>
              <a:gd name="adj" fmla="val 4653"/>
            </a:avLst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размешивание</a:t>
            </a:r>
          </a:p>
        </p:txBody>
      </p:sp>
      <p:cxnSp>
        <p:nvCxnSpPr>
          <p:cNvPr id="31" name="Соединитель: изогнутый 30">
            <a:extLst>
              <a:ext uri="{FF2B5EF4-FFF2-40B4-BE49-F238E27FC236}">
                <a16:creationId xmlns:a16="http://schemas.microsoft.com/office/drawing/2014/main" id="{28FBBBA4-535D-43EA-7125-5F0394390C0A}"/>
              </a:ext>
            </a:extLst>
          </p:cNvPr>
          <p:cNvCxnSpPr>
            <a:cxnSpLocks/>
            <a:stCxn id="28" idx="3"/>
            <a:endCxn id="30" idx="7"/>
          </p:cNvCxnSpPr>
          <p:nvPr/>
        </p:nvCxnSpPr>
        <p:spPr>
          <a:xfrm rot="5400000">
            <a:off x="-4506923" y="112793"/>
            <a:ext cx="387542" cy="4208488"/>
          </a:xfrm>
          <a:prstGeom prst="curvedConnector5">
            <a:avLst>
              <a:gd name="adj1" fmla="val 58987"/>
              <a:gd name="adj2" fmla="val 56688"/>
              <a:gd name="adj3" fmla="val 41013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Облако 31">
            <a:extLst>
              <a:ext uri="{FF2B5EF4-FFF2-40B4-BE49-F238E27FC236}">
                <a16:creationId xmlns:a16="http://schemas.microsoft.com/office/drawing/2014/main" id="{84257FC3-3465-C616-99AE-7F63D40E8EEA}"/>
              </a:ext>
            </a:extLst>
          </p:cNvPr>
          <p:cNvSpPr/>
          <p:nvPr/>
        </p:nvSpPr>
        <p:spPr>
          <a:xfrm>
            <a:off x="-5897099" y="4445123"/>
            <a:ext cx="2441615" cy="1653507"/>
          </a:xfrm>
          <a:prstGeom prst="cloud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A1A1A"/>
                </a:solidFill>
                <a:latin typeface="Pribambas" panose="00000500000000000000" pitchFamily="2" charset="0"/>
              </a:rPr>
              <a:t>КВАС ГОТОВ</a:t>
            </a:r>
          </a:p>
        </p:txBody>
      </p:sp>
      <p:cxnSp>
        <p:nvCxnSpPr>
          <p:cNvPr id="33" name="Соединитель: изогнутый 32">
            <a:extLst>
              <a:ext uri="{FF2B5EF4-FFF2-40B4-BE49-F238E27FC236}">
                <a16:creationId xmlns:a16="http://schemas.microsoft.com/office/drawing/2014/main" id="{6F532A47-4E0D-94C8-7BD2-85B82958973B}"/>
              </a:ext>
            </a:extLst>
          </p:cNvPr>
          <p:cNvCxnSpPr>
            <a:cxnSpLocks/>
            <a:stCxn id="30" idx="5"/>
            <a:endCxn id="32" idx="2"/>
          </p:cNvCxnSpPr>
          <p:nvPr/>
        </p:nvCxnSpPr>
        <p:spPr>
          <a:xfrm rot="16200000" flipH="1">
            <a:off x="-6356583" y="4804818"/>
            <a:ext cx="406245" cy="527871"/>
          </a:xfrm>
          <a:prstGeom prst="curvedConnector4">
            <a:avLst>
              <a:gd name="adj1" fmla="val 337628"/>
              <a:gd name="adj2" fmla="val -236494"/>
            </a:avLst>
          </a:prstGeom>
          <a:ln w="38100">
            <a:solidFill>
              <a:srgbClr val="FFD700"/>
            </a:solidFill>
            <a:bevel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: изогнутый 33">
            <a:extLst>
              <a:ext uri="{FF2B5EF4-FFF2-40B4-BE49-F238E27FC236}">
                <a16:creationId xmlns:a16="http://schemas.microsoft.com/office/drawing/2014/main" id="{8B4DBA11-2A41-0A30-EEF0-0CDA40BB9FF8}"/>
              </a:ext>
            </a:extLst>
          </p:cNvPr>
          <p:cNvCxnSpPr>
            <a:cxnSpLocks/>
            <a:stCxn id="32" idx="3"/>
            <a:endCxn id="25" idx="5"/>
          </p:cNvCxnSpPr>
          <p:nvPr/>
        </p:nvCxnSpPr>
        <p:spPr>
          <a:xfrm rot="16200000" flipV="1">
            <a:off x="-7185708" y="2030246"/>
            <a:ext cx="2845290" cy="2173545"/>
          </a:xfrm>
          <a:prstGeom prst="curvedConnector3">
            <a:avLst>
              <a:gd name="adj1" fmla="val 88386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6D03FBC2-C7ED-BD00-006A-A0C5BD80D965}"/>
              </a:ext>
            </a:extLst>
          </p:cNvPr>
          <p:cNvSpPr txBox="1">
            <a:spLocks/>
          </p:cNvSpPr>
          <p:nvPr/>
        </p:nvSpPr>
        <p:spPr>
          <a:xfrm>
            <a:off x="12270528" y="649505"/>
            <a:ext cx="2918577" cy="5558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8000" spc="-300" dirty="0">
                <a:solidFill>
                  <a:srgbClr val="FFD700"/>
                </a:solidFill>
                <a:latin typeface="Pribambas" panose="00000500000000000000" pitchFamily="2" charset="0"/>
              </a:rPr>
              <a:t>Кор-луп</a:t>
            </a:r>
            <a:endParaRPr lang="ru-RU" sz="54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772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омб 11">
            <a:extLst>
              <a:ext uri="{FF2B5EF4-FFF2-40B4-BE49-F238E27FC236}">
                <a16:creationId xmlns:a16="http://schemas.microsoft.com/office/drawing/2014/main" id="{A3453F6F-3FA8-B44C-7383-426B8F8115C7}"/>
              </a:ext>
            </a:extLst>
          </p:cNvPr>
          <p:cNvSpPr/>
          <p:nvPr/>
        </p:nvSpPr>
        <p:spPr>
          <a:xfrm>
            <a:off x="4701869" y="863600"/>
            <a:ext cx="11040321" cy="537210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Ромб 14">
            <a:extLst>
              <a:ext uri="{FF2B5EF4-FFF2-40B4-BE49-F238E27FC236}">
                <a16:creationId xmlns:a16="http://schemas.microsoft.com/office/drawing/2014/main" id="{51559BE3-51B9-C9AA-A62F-ABBAB49934BD}"/>
              </a:ext>
            </a:extLst>
          </p:cNvPr>
          <p:cNvSpPr/>
          <p:nvPr/>
        </p:nvSpPr>
        <p:spPr>
          <a:xfrm>
            <a:off x="5826894" y="2362200"/>
            <a:ext cx="6949306" cy="280851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60F6A-C3C6-B278-D8AA-3752DC44C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8386" y="770155"/>
            <a:ext cx="2918577" cy="5558989"/>
          </a:xfrm>
        </p:spPr>
        <p:txBody>
          <a:bodyPr anchor="ctr">
            <a:normAutofit/>
          </a:bodyPr>
          <a:lstStyle/>
          <a:p>
            <a:r>
              <a:rPr lang="ru-RU" sz="8000" spc="-300" dirty="0">
                <a:solidFill>
                  <a:srgbClr val="FFD700"/>
                </a:solidFill>
                <a:latin typeface="Pribambas" panose="00000500000000000000" pitchFamily="2" charset="0"/>
              </a:rPr>
              <a:t>Кор-луп</a:t>
            </a:r>
            <a:endParaRPr lang="ru-RU" sz="54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A3F88-9856-D481-D2B8-30E8F7637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362" y="6101260"/>
            <a:ext cx="2045503" cy="679327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D700"/>
                </a:solidFill>
                <a:latin typeface="Pribambas" panose="00000500000000000000" pitchFamily="2" charset="0"/>
              </a:rPr>
              <a:t>By </a:t>
            </a:r>
            <a:r>
              <a:rPr lang="en-US" dirty="0" err="1">
                <a:solidFill>
                  <a:srgbClr val="FFD700"/>
                </a:solidFill>
                <a:latin typeface="Pribambas" panose="00000500000000000000" pitchFamily="2" charset="0"/>
              </a:rPr>
              <a:t>Unvarlings</a:t>
            </a:r>
            <a:endParaRPr lang="en-US" dirty="0">
              <a:solidFill>
                <a:srgbClr val="FFD700"/>
              </a:solidFill>
              <a:latin typeface="Pribambas" panose="00000500000000000000" pitchFamily="2" charset="0"/>
            </a:endParaRPr>
          </a:p>
          <a:p>
            <a:endParaRPr lang="en-US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21AC0-D1D3-2A7E-B607-0540F4B02DD3}"/>
              </a:ext>
            </a:extLst>
          </p:cNvPr>
          <p:cNvSpPr txBox="1"/>
          <p:nvPr/>
        </p:nvSpPr>
        <p:spPr>
          <a:xfrm>
            <a:off x="11131064" y="5854627"/>
            <a:ext cx="1083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78CBF"/>
                </a:solidFill>
              </a:rPr>
              <a:t>Powered by </a:t>
            </a:r>
            <a:r>
              <a:rPr lang="en-US" dirty="0" err="1">
                <a:solidFill>
                  <a:srgbClr val="478CBF"/>
                </a:solidFill>
                <a:latin typeface="Inter" panose="02000503000000020004" pitchFamily="2" charset="0"/>
                <a:ea typeface="Inter" panose="02000503000000020004" pitchFamily="2" charset="0"/>
              </a:rPr>
              <a:t>GoDoT</a:t>
            </a:r>
            <a:endParaRPr lang="ru-RU" dirty="0">
              <a:solidFill>
                <a:srgbClr val="478CB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C0165F-4ACF-7BF9-B28B-F601F928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679" y="6098630"/>
            <a:ext cx="756385" cy="756385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30122C37-6117-B335-4559-55E653C30A09}"/>
              </a:ext>
            </a:extLst>
          </p:cNvPr>
          <p:cNvSpPr/>
          <p:nvPr/>
        </p:nvSpPr>
        <p:spPr>
          <a:xfrm>
            <a:off x="189362" y="558800"/>
            <a:ext cx="2045503" cy="1092200"/>
          </a:xfrm>
          <a:prstGeom prst="ellipse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НАРЕЗКА ХЛЕБА</a:t>
            </a: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449F7ACC-C30F-7AC9-CAC3-8DB80E1B32B9}"/>
              </a:ext>
            </a:extLst>
          </p:cNvPr>
          <p:cNvSpPr/>
          <p:nvPr/>
        </p:nvSpPr>
        <p:spPr>
          <a:xfrm>
            <a:off x="3129396" y="317500"/>
            <a:ext cx="2088679" cy="1092200"/>
          </a:xfrm>
          <a:prstGeom prst="snip2DiagRect">
            <a:avLst>
              <a:gd name="adj1" fmla="val 0"/>
              <a:gd name="adj2" fmla="val 32946"/>
            </a:avLst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Закидывание в воду</a:t>
            </a:r>
          </a:p>
        </p:txBody>
      </p:sp>
      <p:cxnSp>
        <p:nvCxnSpPr>
          <p:cNvPr id="7" name="Соединитель: изогнутый 6">
            <a:extLst>
              <a:ext uri="{FF2B5EF4-FFF2-40B4-BE49-F238E27FC236}">
                <a16:creationId xmlns:a16="http://schemas.microsoft.com/office/drawing/2014/main" id="{9B68732D-FA67-DAA8-6309-91CEDF6E021C}"/>
              </a:ext>
            </a:extLst>
          </p:cNvPr>
          <p:cNvCxnSpPr>
            <a:cxnSpLocks/>
            <a:stCxn id="4" idx="6"/>
            <a:endCxn id="6" idx="3"/>
          </p:cNvCxnSpPr>
          <p:nvPr/>
        </p:nvCxnSpPr>
        <p:spPr>
          <a:xfrm flipV="1">
            <a:off x="2234865" y="317500"/>
            <a:ext cx="1938871" cy="787400"/>
          </a:xfrm>
          <a:prstGeom prst="curvedConnector4">
            <a:avLst>
              <a:gd name="adj1" fmla="val 27654"/>
              <a:gd name="adj2" fmla="val 138710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531E4D0E-4804-3E9B-78B6-EABA7BC2E5AE}"/>
              </a:ext>
            </a:extLst>
          </p:cNvPr>
          <p:cNvSpPr/>
          <p:nvPr/>
        </p:nvSpPr>
        <p:spPr>
          <a:xfrm>
            <a:off x="5601396" y="105443"/>
            <a:ext cx="2378304" cy="1714500"/>
          </a:xfrm>
          <a:prstGeom prst="parallelogram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Добавление сахара</a:t>
            </a:r>
          </a:p>
        </p:txBody>
      </p:sp>
      <p:cxnSp>
        <p:nvCxnSpPr>
          <p:cNvPr id="13" name="Соединитель: изогнутый 12">
            <a:extLst>
              <a:ext uri="{FF2B5EF4-FFF2-40B4-BE49-F238E27FC236}">
                <a16:creationId xmlns:a16="http://schemas.microsoft.com/office/drawing/2014/main" id="{D4689274-8798-4AE9-6C6E-22EC51428698}"/>
              </a:ext>
            </a:extLst>
          </p:cNvPr>
          <p:cNvCxnSpPr>
            <a:stCxn id="6" idx="1"/>
            <a:endCxn id="8" idx="2"/>
          </p:cNvCxnSpPr>
          <p:nvPr/>
        </p:nvCxnSpPr>
        <p:spPr>
          <a:xfrm rot="5400000" flipH="1" flipV="1">
            <a:off x="5746058" y="-609629"/>
            <a:ext cx="447007" cy="3591652"/>
          </a:xfrm>
          <a:prstGeom prst="curvedConnector4">
            <a:avLst>
              <a:gd name="adj1" fmla="val -123029"/>
              <a:gd name="adj2" fmla="val 120818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Улыбающееся лицо 13">
            <a:extLst>
              <a:ext uri="{FF2B5EF4-FFF2-40B4-BE49-F238E27FC236}">
                <a16:creationId xmlns:a16="http://schemas.microsoft.com/office/drawing/2014/main" id="{6EAB4D5F-F42A-6D43-329D-1AC323CDACE4}"/>
              </a:ext>
            </a:extLst>
          </p:cNvPr>
          <p:cNvSpPr/>
          <p:nvPr/>
        </p:nvSpPr>
        <p:spPr>
          <a:xfrm>
            <a:off x="-33211" y="1699075"/>
            <a:ext cx="2812898" cy="3471644"/>
          </a:xfrm>
          <a:prstGeom prst="smileyFace">
            <a:avLst>
              <a:gd name="adj" fmla="val 4653"/>
            </a:avLst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размешивание</a:t>
            </a: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8F010FE1-ABEE-B728-9B4E-B0E4F496B580}"/>
              </a:ext>
            </a:extLst>
          </p:cNvPr>
          <p:cNvCxnSpPr>
            <a:cxnSpLocks/>
            <a:stCxn id="8" idx="3"/>
            <a:endCxn id="14" idx="7"/>
          </p:cNvCxnSpPr>
          <p:nvPr/>
        </p:nvCxnSpPr>
        <p:spPr>
          <a:xfrm rot="5400000">
            <a:off x="4278221" y="-90530"/>
            <a:ext cx="387542" cy="4208488"/>
          </a:xfrm>
          <a:prstGeom prst="curvedConnector5">
            <a:avLst>
              <a:gd name="adj1" fmla="val 58987"/>
              <a:gd name="adj2" fmla="val 56688"/>
              <a:gd name="adj3" fmla="val 41013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Облако 16">
            <a:extLst>
              <a:ext uri="{FF2B5EF4-FFF2-40B4-BE49-F238E27FC236}">
                <a16:creationId xmlns:a16="http://schemas.microsoft.com/office/drawing/2014/main" id="{D25E5F74-2045-3428-4C3E-03610E59E8C3}"/>
              </a:ext>
            </a:extLst>
          </p:cNvPr>
          <p:cNvSpPr/>
          <p:nvPr/>
        </p:nvSpPr>
        <p:spPr>
          <a:xfrm>
            <a:off x="2888045" y="4241800"/>
            <a:ext cx="2441615" cy="1653507"/>
          </a:xfrm>
          <a:prstGeom prst="cloud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A1A1A"/>
                </a:solidFill>
                <a:latin typeface="Pribambas" panose="00000500000000000000" pitchFamily="2" charset="0"/>
              </a:rPr>
              <a:t>КВАС ГОТОВ</a:t>
            </a:r>
          </a:p>
        </p:txBody>
      </p:sp>
      <p:cxnSp>
        <p:nvCxnSpPr>
          <p:cNvPr id="19" name="Соединитель: изогнутый 18">
            <a:extLst>
              <a:ext uri="{FF2B5EF4-FFF2-40B4-BE49-F238E27FC236}">
                <a16:creationId xmlns:a16="http://schemas.microsoft.com/office/drawing/2014/main" id="{11D91AB3-C7AE-6878-37B2-9C1C669AFE16}"/>
              </a:ext>
            </a:extLst>
          </p:cNvPr>
          <p:cNvCxnSpPr>
            <a:cxnSpLocks/>
            <a:stCxn id="14" idx="5"/>
            <a:endCxn id="17" idx="2"/>
          </p:cNvCxnSpPr>
          <p:nvPr/>
        </p:nvCxnSpPr>
        <p:spPr>
          <a:xfrm rot="16200000" flipH="1">
            <a:off x="2428561" y="4601495"/>
            <a:ext cx="406245" cy="527871"/>
          </a:xfrm>
          <a:prstGeom prst="curvedConnector4">
            <a:avLst>
              <a:gd name="adj1" fmla="val 337628"/>
              <a:gd name="adj2" fmla="val -236494"/>
            </a:avLst>
          </a:prstGeom>
          <a:ln w="38100">
            <a:solidFill>
              <a:srgbClr val="FFD700"/>
            </a:solidFill>
            <a:bevel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изогнутый 20">
            <a:extLst>
              <a:ext uri="{FF2B5EF4-FFF2-40B4-BE49-F238E27FC236}">
                <a16:creationId xmlns:a16="http://schemas.microsoft.com/office/drawing/2014/main" id="{10DB8119-4AD9-8BAA-C0D4-3222FDB98259}"/>
              </a:ext>
            </a:extLst>
          </p:cNvPr>
          <p:cNvCxnSpPr>
            <a:cxnSpLocks/>
            <a:stCxn id="17" idx="3"/>
            <a:endCxn id="4" idx="5"/>
          </p:cNvCxnSpPr>
          <p:nvPr/>
        </p:nvCxnSpPr>
        <p:spPr>
          <a:xfrm rot="16200000" flipV="1">
            <a:off x="1599436" y="1826923"/>
            <a:ext cx="2845290" cy="2173545"/>
          </a:xfrm>
          <a:prstGeom prst="curvedConnector3">
            <a:avLst>
              <a:gd name="adj1" fmla="val 88386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2245EA4D-B3B2-7EA5-3028-E550E941E244}"/>
              </a:ext>
            </a:extLst>
          </p:cNvPr>
          <p:cNvSpPr txBox="1">
            <a:spLocks/>
          </p:cNvSpPr>
          <p:nvPr/>
        </p:nvSpPr>
        <p:spPr>
          <a:xfrm>
            <a:off x="4658605" y="4841438"/>
            <a:ext cx="2945190" cy="5558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8000" spc="-300">
                <a:solidFill>
                  <a:srgbClr val="FFD700"/>
                </a:solidFill>
                <a:latin typeface="Pribambas" panose="00000500000000000000" pitchFamily="2" charset="0"/>
              </a:rPr>
              <a:t>демонстрация</a:t>
            </a:r>
            <a:endParaRPr lang="ru-RU" sz="54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602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омб 11">
            <a:extLst>
              <a:ext uri="{FF2B5EF4-FFF2-40B4-BE49-F238E27FC236}">
                <a16:creationId xmlns:a16="http://schemas.microsoft.com/office/drawing/2014/main" id="{A3453F6F-3FA8-B44C-7383-426B8F8115C7}"/>
              </a:ext>
            </a:extLst>
          </p:cNvPr>
          <p:cNvSpPr/>
          <p:nvPr/>
        </p:nvSpPr>
        <p:spPr>
          <a:xfrm>
            <a:off x="575839" y="2704113"/>
            <a:ext cx="11040321" cy="4150902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Ромб 14">
            <a:extLst>
              <a:ext uri="{FF2B5EF4-FFF2-40B4-BE49-F238E27FC236}">
                <a16:creationId xmlns:a16="http://schemas.microsoft.com/office/drawing/2014/main" id="{51559BE3-51B9-C9AA-A62F-ABBAB49934BD}"/>
              </a:ext>
            </a:extLst>
          </p:cNvPr>
          <p:cNvSpPr/>
          <p:nvPr/>
        </p:nvSpPr>
        <p:spPr>
          <a:xfrm>
            <a:off x="2621347" y="4254500"/>
            <a:ext cx="6949306" cy="2137434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60F6A-C3C6-B278-D8AA-3752DC44C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6710" y="2316570"/>
            <a:ext cx="2945190" cy="5558989"/>
          </a:xfrm>
        </p:spPr>
        <p:txBody>
          <a:bodyPr anchor="ctr">
            <a:normAutofit/>
          </a:bodyPr>
          <a:lstStyle/>
          <a:p>
            <a:r>
              <a:rPr lang="ru-RU" sz="8000" spc="-300" dirty="0">
                <a:solidFill>
                  <a:srgbClr val="FFD700"/>
                </a:solidFill>
                <a:latin typeface="Pribambas" panose="00000500000000000000" pitchFamily="2" charset="0"/>
              </a:rPr>
              <a:t>демонстрация</a:t>
            </a:r>
            <a:endParaRPr lang="ru-RU" sz="54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A3F88-9856-D481-D2B8-30E8F7637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362" y="6101260"/>
            <a:ext cx="2045503" cy="679327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D700"/>
                </a:solidFill>
                <a:latin typeface="Pribambas" panose="00000500000000000000" pitchFamily="2" charset="0"/>
              </a:rPr>
              <a:t>By </a:t>
            </a:r>
            <a:r>
              <a:rPr lang="en-US" dirty="0" err="1">
                <a:solidFill>
                  <a:srgbClr val="FFD700"/>
                </a:solidFill>
                <a:latin typeface="Pribambas" panose="00000500000000000000" pitchFamily="2" charset="0"/>
              </a:rPr>
              <a:t>Unvarlings</a:t>
            </a:r>
            <a:endParaRPr lang="en-US" dirty="0">
              <a:solidFill>
                <a:srgbClr val="FFD700"/>
              </a:solidFill>
              <a:latin typeface="Pribambas" panose="00000500000000000000" pitchFamily="2" charset="0"/>
            </a:endParaRPr>
          </a:p>
          <a:p>
            <a:endParaRPr lang="en-US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21AC0-D1D3-2A7E-B607-0540F4B02DD3}"/>
              </a:ext>
            </a:extLst>
          </p:cNvPr>
          <p:cNvSpPr txBox="1"/>
          <p:nvPr/>
        </p:nvSpPr>
        <p:spPr>
          <a:xfrm>
            <a:off x="10870928" y="6117757"/>
            <a:ext cx="1304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78CBF"/>
                </a:solidFill>
              </a:rPr>
              <a:t>Powered by </a:t>
            </a:r>
            <a:r>
              <a:rPr lang="en-US" dirty="0" err="1">
                <a:solidFill>
                  <a:srgbClr val="478CBF"/>
                </a:solidFill>
                <a:latin typeface="Inter" panose="02000503000000020004" pitchFamily="2" charset="0"/>
                <a:ea typeface="Inter" panose="02000503000000020004" pitchFamily="2" charset="0"/>
              </a:rPr>
              <a:t>GoDoT</a:t>
            </a:r>
            <a:endParaRPr lang="ru-RU" dirty="0">
              <a:solidFill>
                <a:srgbClr val="478CB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C0165F-4ACF-7BF9-B28B-F601F928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110" y="6021572"/>
            <a:ext cx="756385" cy="756385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30122C37-6117-B335-4559-55E653C30A09}"/>
              </a:ext>
            </a:extLst>
          </p:cNvPr>
          <p:cNvSpPr/>
          <p:nvPr/>
        </p:nvSpPr>
        <p:spPr>
          <a:xfrm>
            <a:off x="532262" y="-5631333"/>
            <a:ext cx="2045503" cy="1092200"/>
          </a:xfrm>
          <a:prstGeom prst="ellipse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НАРЕЗКА ХЛЕБА</a:t>
            </a:r>
          </a:p>
        </p:txBody>
      </p:sp>
      <p:sp>
        <p:nvSpPr>
          <p:cNvPr id="10" name="Прямоугольник: усеченные противолежащие углы 9">
            <a:extLst>
              <a:ext uri="{FF2B5EF4-FFF2-40B4-BE49-F238E27FC236}">
                <a16:creationId xmlns:a16="http://schemas.microsoft.com/office/drawing/2014/main" id="{449F7ACC-C30F-7AC9-CAC3-8DB80E1B32B9}"/>
              </a:ext>
            </a:extLst>
          </p:cNvPr>
          <p:cNvSpPr/>
          <p:nvPr/>
        </p:nvSpPr>
        <p:spPr>
          <a:xfrm>
            <a:off x="3472296" y="-5872633"/>
            <a:ext cx="2088679" cy="1092200"/>
          </a:xfrm>
          <a:prstGeom prst="snip2DiagRect">
            <a:avLst>
              <a:gd name="adj1" fmla="val 0"/>
              <a:gd name="adj2" fmla="val 32946"/>
            </a:avLst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Закидывание в воду</a:t>
            </a:r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9B68732D-FA67-DAA8-6309-91CEDF6E021C}"/>
              </a:ext>
            </a:extLst>
          </p:cNvPr>
          <p:cNvCxnSpPr>
            <a:cxnSpLocks/>
            <a:stCxn id="9" idx="6"/>
            <a:endCxn id="10" idx="3"/>
          </p:cNvCxnSpPr>
          <p:nvPr/>
        </p:nvCxnSpPr>
        <p:spPr>
          <a:xfrm flipV="1">
            <a:off x="2577765" y="-5872633"/>
            <a:ext cx="1938871" cy="787400"/>
          </a:xfrm>
          <a:prstGeom prst="curvedConnector4">
            <a:avLst>
              <a:gd name="adj1" fmla="val 27654"/>
              <a:gd name="adj2" fmla="val 138710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531E4D0E-4804-3E9B-78B6-EABA7BC2E5AE}"/>
              </a:ext>
            </a:extLst>
          </p:cNvPr>
          <p:cNvSpPr/>
          <p:nvPr/>
        </p:nvSpPr>
        <p:spPr>
          <a:xfrm>
            <a:off x="5944296" y="-6084690"/>
            <a:ext cx="2378304" cy="1714500"/>
          </a:xfrm>
          <a:prstGeom prst="parallelogram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Добавление сахара</a:t>
            </a:r>
          </a:p>
        </p:txBody>
      </p:sp>
      <p:cxnSp>
        <p:nvCxnSpPr>
          <p:cNvPr id="22" name="Соединитель: изогнутый 21">
            <a:extLst>
              <a:ext uri="{FF2B5EF4-FFF2-40B4-BE49-F238E27FC236}">
                <a16:creationId xmlns:a16="http://schemas.microsoft.com/office/drawing/2014/main" id="{D4689274-8798-4AE9-6C6E-22EC51428698}"/>
              </a:ext>
            </a:extLst>
          </p:cNvPr>
          <p:cNvCxnSpPr>
            <a:stCxn id="10" idx="1"/>
            <a:endCxn id="20" idx="2"/>
          </p:cNvCxnSpPr>
          <p:nvPr/>
        </p:nvCxnSpPr>
        <p:spPr>
          <a:xfrm rot="5400000" flipH="1" flipV="1">
            <a:off x="6088958" y="-6799762"/>
            <a:ext cx="447007" cy="3591652"/>
          </a:xfrm>
          <a:prstGeom prst="curvedConnector4">
            <a:avLst>
              <a:gd name="adj1" fmla="val -123029"/>
              <a:gd name="adj2" fmla="val 120818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Улыбающееся лицо 22">
            <a:extLst>
              <a:ext uri="{FF2B5EF4-FFF2-40B4-BE49-F238E27FC236}">
                <a16:creationId xmlns:a16="http://schemas.microsoft.com/office/drawing/2014/main" id="{6EAB4D5F-F42A-6D43-329D-1AC323CDACE4}"/>
              </a:ext>
            </a:extLst>
          </p:cNvPr>
          <p:cNvSpPr/>
          <p:nvPr/>
        </p:nvSpPr>
        <p:spPr>
          <a:xfrm>
            <a:off x="309689" y="-4491058"/>
            <a:ext cx="2812898" cy="3471644"/>
          </a:xfrm>
          <a:prstGeom prst="smileyFace">
            <a:avLst>
              <a:gd name="adj" fmla="val 4653"/>
            </a:avLst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1A1A1A"/>
                </a:solidFill>
                <a:latin typeface="Pribambas" panose="00000500000000000000" pitchFamily="2" charset="0"/>
              </a:rPr>
              <a:t>размешивание</a:t>
            </a:r>
          </a:p>
        </p:txBody>
      </p:sp>
      <p:cxnSp>
        <p:nvCxnSpPr>
          <p:cNvPr id="36" name="Соединитель: изогнутый 35">
            <a:extLst>
              <a:ext uri="{FF2B5EF4-FFF2-40B4-BE49-F238E27FC236}">
                <a16:creationId xmlns:a16="http://schemas.microsoft.com/office/drawing/2014/main" id="{8F010FE1-ABEE-B728-9B4E-B0E4F496B580}"/>
              </a:ext>
            </a:extLst>
          </p:cNvPr>
          <p:cNvCxnSpPr>
            <a:cxnSpLocks/>
            <a:stCxn id="20" idx="3"/>
            <a:endCxn id="23" idx="7"/>
          </p:cNvCxnSpPr>
          <p:nvPr/>
        </p:nvCxnSpPr>
        <p:spPr>
          <a:xfrm rot="5400000">
            <a:off x="4621121" y="-6280663"/>
            <a:ext cx="387542" cy="4208488"/>
          </a:xfrm>
          <a:prstGeom prst="curvedConnector5">
            <a:avLst>
              <a:gd name="adj1" fmla="val 58987"/>
              <a:gd name="adj2" fmla="val 56688"/>
              <a:gd name="adj3" fmla="val 41013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Облако 57">
            <a:extLst>
              <a:ext uri="{FF2B5EF4-FFF2-40B4-BE49-F238E27FC236}">
                <a16:creationId xmlns:a16="http://schemas.microsoft.com/office/drawing/2014/main" id="{D25E5F74-2045-3428-4C3E-03610E59E8C3}"/>
              </a:ext>
            </a:extLst>
          </p:cNvPr>
          <p:cNvSpPr/>
          <p:nvPr/>
        </p:nvSpPr>
        <p:spPr>
          <a:xfrm>
            <a:off x="3230945" y="-1948333"/>
            <a:ext cx="2441615" cy="1653507"/>
          </a:xfrm>
          <a:prstGeom prst="cloud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A1A1A"/>
                </a:solidFill>
                <a:latin typeface="Pribambas" panose="00000500000000000000" pitchFamily="2" charset="0"/>
              </a:rPr>
              <a:t>КВАС ГОТОВ</a:t>
            </a:r>
          </a:p>
        </p:txBody>
      </p:sp>
      <p:cxnSp>
        <p:nvCxnSpPr>
          <p:cNvPr id="61" name="Соединитель: изогнутый 60">
            <a:extLst>
              <a:ext uri="{FF2B5EF4-FFF2-40B4-BE49-F238E27FC236}">
                <a16:creationId xmlns:a16="http://schemas.microsoft.com/office/drawing/2014/main" id="{11D91AB3-C7AE-6878-37B2-9C1C669AFE16}"/>
              </a:ext>
            </a:extLst>
          </p:cNvPr>
          <p:cNvCxnSpPr>
            <a:cxnSpLocks/>
            <a:stCxn id="23" idx="5"/>
            <a:endCxn id="58" idx="2"/>
          </p:cNvCxnSpPr>
          <p:nvPr/>
        </p:nvCxnSpPr>
        <p:spPr>
          <a:xfrm rot="16200000" flipH="1">
            <a:off x="2771461" y="-1588638"/>
            <a:ext cx="406245" cy="527871"/>
          </a:xfrm>
          <a:prstGeom prst="curvedConnector4">
            <a:avLst>
              <a:gd name="adj1" fmla="val 337628"/>
              <a:gd name="adj2" fmla="val -236494"/>
            </a:avLst>
          </a:prstGeom>
          <a:ln w="38100">
            <a:solidFill>
              <a:srgbClr val="FFD700"/>
            </a:solidFill>
            <a:bevel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Соединитель: изогнутый 76">
            <a:extLst>
              <a:ext uri="{FF2B5EF4-FFF2-40B4-BE49-F238E27FC236}">
                <a16:creationId xmlns:a16="http://schemas.microsoft.com/office/drawing/2014/main" id="{10DB8119-4AD9-8BAA-C0D4-3222FDB98259}"/>
              </a:ext>
            </a:extLst>
          </p:cNvPr>
          <p:cNvCxnSpPr>
            <a:cxnSpLocks/>
            <a:stCxn id="58" idx="3"/>
            <a:endCxn id="9" idx="5"/>
          </p:cNvCxnSpPr>
          <p:nvPr/>
        </p:nvCxnSpPr>
        <p:spPr>
          <a:xfrm rot="16200000" flipV="1">
            <a:off x="1942336" y="-4363210"/>
            <a:ext cx="2845290" cy="2173545"/>
          </a:xfrm>
          <a:prstGeom prst="curvedConnector3">
            <a:avLst>
              <a:gd name="adj1" fmla="val 88386"/>
            </a:avLst>
          </a:prstGeom>
          <a:ln w="38100">
            <a:solidFill>
              <a:srgbClr val="FFD700"/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Ромб 84">
            <a:extLst>
              <a:ext uri="{FF2B5EF4-FFF2-40B4-BE49-F238E27FC236}">
                <a16:creationId xmlns:a16="http://schemas.microsoft.com/office/drawing/2014/main" id="{AC54F1BF-CC62-4182-FD62-3FDAB8B4B415}"/>
              </a:ext>
            </a:extLst>
          </p:cNvPr>
          <p:cNvSpPr/>
          <p:nvPr/>
        </p:nvSpPr>
        <p:spPr>
          <a:xfrm>
            <a:off x="3251776" y="6870152"/>
            <a:ext cx="5751263" cy="21623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" name="Ромб 85">
            <a:extLst>
              <a:ext uri="{FF2B5EF4-FFF2-40B4-BE49-F238E27FC236}">
                <a16:creationId xmlns:a16="http://schemas.microsoft.com/office/drawing/2014/main" id="{9C449C24-3764-00C3-FA97-D512BFEC7382}"/>
              </a:ext>
            </a:extLst>
          </p:cNvPr>
          <p:cNvSpPr/>
          <p:nvPr/>
        </p:nvSpPr>
        <p:spPr>
          <a:xfrm>
            <a:off x="4285940" y="7399633"/>
            <a:ext cx="3620120" cy="11134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87" name="Заголовок 1">
            <a:extLst>
              <a:ext uri="{FF2B5EF4-FFF2-40B4-BE49-F238E27FC236}">
                <a16:creationId xmlns:a16="http://schemas.microsoft.com/office/drawing/2014/main" id="{FD73120E-EE35-F80C-6B63-90A8E9EAFF68}"/>
              </a:ext>
            </a:extLst>
          </p:cNvPr>
          <p:cNvSpPr txBox="1">
            <a:spLocks/>
          </p:cNvSpPr>
          <p:nvPr/>
        </p:nvSpPr>
        <p:spPr>
          <a:xfrm>
            <a:off x="4541249" y="6391934"/>
            <a:ext cx="2925043" cy="289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spc="-300" dirty="0" err="1">
                <a:solidFill>
                  <a:srgbClr val="FFD700"/>
                </a:solidFill>
                <a:latin typeface="Pribambas" panose="00000500000000000000" pitchFamily="2" charset="0"/>
              </a:rPr>
              <a:t>Unvarybulb</a:t>
            </a:r>
            <a:endParaRPr lang="ru-RU" sz="80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88" name="Ромб 87">
            <a:extLst>
              <a:ext uri="{FF2B5EF4-FFF2-40B4-BE49-F238E27FC236}">
                <a16:creationId xmlns:a16="http://schemas.microsoft.com/office/drawing/2014/main" id="{C51B254B-5C55-CD84-D789-050D7792ACF3}"/>
              </a:ext>
            </a:extLst>
          </p:cNvPr>
          <p:cNvSpPr/>
          <p:nvPr/>
        </p:nvSpPr>
        <p:spPr>
          <a:xfrm>
            <a:off x="-5774185" y="3704308"/>
            <a:ext cx="5751263" cy="21623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" name="Ромб 88">
            <a:extLst>
              <a:ext uri="{FF2B5EF4-FFF2-40B4-BE49-F238E27FC236}">
                <a16:creationId xmlns:a16="http://schemas.microsoft.com/office/drawing/2014/main" id="{85B5C09D-39F1-B86D-2277-E5726DB871A5}"/>
              </a:ext>
            </a:extLst>
          </p:cNvPr>
          <p:cNvSpPr/>
          <p:nvPr/>
        </p:nvSpPr>
        <p:spPr>
          <a:xfrm>
            <a:off x="-4740021" y="4233789"/>
            <a:ext cx="3620120" cy="11134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90" name="Заголовок 1">
            <a:extLst>
              <a:ext uri="{FF2B5EF4-FFF2-40B4-BE49-F238E27FC236}">
                <a16:creationId xmlns:a16="http://schemas.microsoft.com/office/drawing/2014/main" id="{E3FF2092-3DF8-1615-AE7A-897BD2860DC7}"/>
              </a:ext>
            </a:extLst>
          </p:cNvPr>
          <p:cNvSpPr txBox="1">
            <a:spLocks/>
          </p:cNvSpPr>
          <p:nvPr/>
        </p:nvSpPr>
        <p:spPr>
          <a:xfrm>
            <a:off x="-4234404" y="3202772"/>
            <a:ext cx="2925043" cy="289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rgbClr val="FFD700"/>
                </a:solidFill>
                <a:latin typeface="Pribambas" panose="00000500000000000000" pitchFamily="2" charset="0"/>
              </a:rPr>
              <a:t>Matisson</a:t>
            </a:r>
            <a:endParaRPr lang="ru-RU" sz="80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91" name="Ромб 90">
            <a:extLst>
              <a:ext uri="{FF2B5EF4-FFF2-40B4-BE49-F238E27FC236}">
                <a16:creationId xmlns:a16="http://schemas.microsoft.com/office/drawing/2014/main" id="{F08F0BB0-7E21-A57B-4375-22B9DDE6BCDF}"/>
              </a:ext>
            </a:extLst>
          </p:cNvPr>
          <p:cNvSpPr/>
          <p:nvPr/>
        </p:nvSpPr>
        <p:spPr>
          <a:xfrm>
            <a:off x="12214921" y="3680990"/>
            <a:ext cx="5751263" cy="21623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Ромб 91">
            <a:extLst>
              <a:ext uri="{FF2B5EF4-FFF2-40B4-BE49-F238E27FC236}">
                <a16:creationId xmlns:a16="http://schemas.microsoft.com/office/drawing/2014/main" id="{3FA0F698-7CEA-B449-932A-E391F700B720}"/>
              </a:ext>
            </a:extLst>
          </p:cNvPr>
          <p:cNvSpPr/>
          <p:nvPr/>
        </p:nvSpPr>
        <p:spPr>
          <a:xfrm>
            <a:off x="13249085" y="4210471"/>
            <a:ext cx="3620120" cy="11134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93" name="Заголовок 1">
            <a:extLst>
              <a:ext uri="{FF2B5EF4-FFF2-40B4-BE49-F238E27FC236}">
                <a16:creationId xmlns:a16="http://schemas.microsoft.com/office/drawing/2014/main" id="{544D82E5-D752-3015-9E39-2F4313CDE774}"/>
              </a:ext>
            </a:extLst>
          </p:cNvPr>
          <p:cNvSpPr txBox="1">
            <a:spLocks/>
          </p:cNvSpPr>
          <p:nvPr/>
        </p:nvSpPr>
        <p:spPr>
          <a:xfrm>
            <a:off x="13504394" y="3202772"/>
            <a:ext cx="2925043" cy="289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 err="1">
                <a:solidFill>
                  <a:srgbClr val="FFD700"/>
                </a:solidFill>
                <a:latin typeface="Pribambas" panose="00000500000000000000" pitchFamily="2" charset="0"/>
              </a:rPr>
              <a:t>Pytro</a:t>
            </a:r>
            <a:r>
              <a:rPr lang="en-US" sz="4000" dirty="0">
                <a:solidFill>
                  <a:srgbClr val="FFD700"/>
                </a:solidFill>
                <a:latin typeface="Pribambas" panose="00000500000000000000" pitchFamily="2" charset="0"/>
              </a:rPr>
              <a:t> I</a:t>
            </a:r>
            <a:endParaRPr lang="ru-RU" sz="80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94" name="Заголовок 1">
            <a:extLst>
              <a:ext uri="{FF2B5EF4-FFF2-40B4-BE49-F238E27FC236}">
                <a16:creationId xmlns:a16="http://schemas.microsoft.com/office/drawing/2014/main" id="{4ACD4EE5-914A-3465-E05D-9B663D61AB3B}"/>
              </a:ext>
            </a:extLst>
          </p:cNvPr>
          <p:cNvSpPr txBox="1">
            <a:spLocks/>
          </p:cNvSpPr>
          <p:nvPr/>
        </p:nvSpPr>
        <p:spPr>
          <a:xfrm>
            <a:off x="3338470" y="-1715009"/>
            <a:ext cx="5615013" cy="5558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8000" spc="-300">
                <a:solidFill>
                  <a:srgbClr val="1A1A1A"/>
                </a:solidFill>
                <a:latin typeface="Pribambas" panose="00000500000000000000" pitchFamily="2" charset="0"/>
              </a:rPr>
              <a:t>Наша команда</a:t>
            </a:r>
            <a:endParaRPr lang="ru-RU" sz="5400" spc="-300" dirty="0">
              <a:solidFill>
                <a:srgbClr val="1A1A1A"/>
              </a:solidFill>
              <a:latin typeface="Pribamba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9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омб 11">
            <a:extLst>
              <a:ext uri="{FF2B5EF4-FFF2-40B4-BE49-F238E27FC236}">
                <a16:creationId xmlns:a16="http://schemas.microsoft.com/office/drawing/2014/main" id="{A3453F6F-3FA8-B44C-7383-426B8F8115C7}"/>
              </a:ext>
            </a:extLst>
          </p:cNvPr>
          <p:cNvSpPr/>
          <p:nvPr/>
        </p:nvSpPr>
        <p:spPr>
          <a:xfrm>
            <a:off x="370161" y="-6231"/>
            <a:ext cx="11040321" cy="4150902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Ромб 14">
            <a:extLst>
              <a:ext uri="{FF2B5EF4-FFF2-40B4-BE49-F238E27FC236}">
                <a16:creationId xmlns:a16="http://schemas.microsoft.com/office/drawing/2014/main" id="{51559BE3-51B9-C9AA-A62F-ABBAB49934BD}"/>
              </a:ext>
            </a:extLst>
          </p:cNvPr>
          <p:cNvSpPr/>
          <p:nvPr/>
        </p:nvSpPr>
        <p:spPr>
          <a:xfrm>
            <a:off x="2469643" y="1550387"/>
            <a:ext cx="6949306" cy="2137434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60F6A-C3C6-B278-D8AA-3752DC44C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19" y="-387543"/>
            <a:ext cx="5615013" cy="5558989"/>
          </a:xfrm>
        </p:spPr>
        <p:txBody>
          <a:bodyPr anchor="ctr">
            <a:normAutofit/>
          </a:bodyPr>
          <a:lstStyle/>
          <a:p>
            <a:r>
              <a:rPr lang="ru-RU" sz="8000" spc="-300" dirty="0">
                <a:solidFill>
                  <a:srgbClr val="FFD700"/>
                </a:solidFill>
                <a:latin typeface="Pribambas" panose="00000500000000000000" pitchFamily="2" charset="0"/>
              </a:rPr>
              <a:t>Наша команда</a:t>
            </a:r>
            <a:endParaRPr lang="ru-RU" sz="54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A3F88-9856-D481-D2B8-30E8F7637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362" y="6101260"/>
            <a:ext cx="2045503" cy="679327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D700"/>
                </a:solidFill>
                <a:latin typeface="Pribambas" panose="00000500000000000000" pitchFamily="2" charset="0"/>
              </a:rPr>
              <a:t>By </a:t>
            </a:r>
            <a:r>
              <a:rPr lang="en-US" dirty="0" err="1">
                <a:solidFill>
                  <a:srgbClr val="FFD700"/>
                </a:solidFill>
                <a:latin typeface="Pribambas" panose="00000500000000000000" pitchFamily="2" charset="0"/>
              </a:rPr>
              <a:t>Unvarlings</a:t>
            </a:r>
            <a:endParaRPr lang="en-US" dirty="0">
              <a:solidFill>
                <a:srgbClr val="FFD700"/>
              </a:solidFill>
              <a:latin typeface="Pribambas" panose="00000500000000000000" pitchFamily="2" charset="0"/>
            </a:endParaRPr>
          </a:p>
          <a:p>
            <a:endParaRPr lang="en-US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21AC0-D1D3-2A7E-B607-0540F4B02DD3}"/>
              </a:ext>
            </a:extLst>
          </p:cNvPr>
          <p:cNvSpPr txBox="1"/>
          <p:nvPr/>
        </p:nvSpPr>
        <p:spPr>
          <a:xfrm>
            <a:off x="11011568" y="6101259"/>
            <a:ext cx="120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78CBF"/>
                </a:solidFill>
              </a:rPr>
              <a:t>Powered by </a:t>
            </a:r>
            <a:r>
              <a:rPr lang="en-US" dirty="0" err="1">
                <a:solidFill>
                  <a:srgbClr val="478CBF"/>
                </a:solidFill>
                <a:latin typeface="Inter" panose="02000503000000020004" pitchFamily="2" charset="0"/>
                <a:ea typeface="Inter" panose="02000503000000020004" pitchFamily="2" charset="0"/>
              </a:rPr>
              <a:t>GoDoT</a:t>
            </a:r>
            <a:endParaRPr lang="ru-RU" dirty="0">
              <a:solidFill>
                <a:srgbClr val="478CB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C0165F-4ACF-7BF9-B28B-F601F928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183" y="6021572"/>
            <a:ext cx="756385" cy="756385"/>
          </a:xfrm>
          <a:prstGeom prst="rect">
            <a:avLst/>
          </a:prstGeom>
        </p:spPr>
      </p:pic>
      <p:sp>
        <p:nvSpPr>
          <p:cNvPr id="4" name="Ромб 3">
            <a:extLst>
              <a:ext uri="{FF2B5EF4-FFF2-40B4-BE49-F238E27FC236}">
                <a16:creationId xmlns:a16="http://schemas.microsoft.com/office/drawing/2014/main" id="{E77C176E-213D-C3D9-A4B5-2E4476F8AB10}"/>
              </a:ext>
            </a:extLst>
          </p:cNvPr>
          <p:cNvSpPr/>
          <p:nvPr/>
        </p:nvSpPr>
        <p:spPr>
          <a:xfrm>
            <a:off x="-827393" y="3730876"/>
            <a:ext cx="5751263" cy="21623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Ромб 5">
            <a:extLst>
              <a:ext uri="{FF2B5EF4-FFF2-40B4-BE49-F238E27FC236}">
                <a16:creationId xmlns:a16="http://schemas.microsoft.com/office/drawing/2014/main" id="{A27A3D96-A141-63A6-2D0E-F70C159C140D}"/>
              </a:ext>
            </a:extLst>
          </p:cNvPr>
          <p:cNvSpPr/>
          <p:nvPr/>
        </p:nvSpPr>
        <p:spPr>
          <a:xfrm>
            <a:off x="206771" y="4260357"/>
            <a:ext cx="3620120" cy="11134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3CF6FB6-C539-3CF1-BC8B-63F62EBB5A76}"/>
              </a:ext>
            </a:extLst>
          </p:cNvPr>
          <p:cNvSpPr txBox="1">
            <a:spLocks/>
          </p:cNvSpPr>
          <p:nvPr/>
        </p:nvSpPr>
        <p:spPr>
          <a:xfrm>
            <a:off x="712388" y="3229340"/>
            <a:ext cx="2925043" cy="289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rgbClr val="FFD700"/>
                </a:solidFill>
                <a:latin typeface="Pribambas" panose="00000500000000000000" pitchFamily="2" charset="0"/>
              </a:rPr>
              <a:t>Matisson</a:t>
            </a:r>
            <a:r>
              <a:rPr lang="ru-RU" sz="4000" dirty="0">
                <a:solidFill>
                  <a:srgbClr val="FFD700"/>
                </a:solidFill>
                <a:latin typeface="Pribambas" panose="00000500000000000000" pitchFamily="2" charset="0"/>
              </a:rPr>
              <a:t> </a:t>
            </a:r>
            <a:r>
              <a:rPr lang="ru-RU" sz="4000" dirty="0" err="1">
                <a:solidFill>
                  <a:srgbClr val="1A1A1A"/>
                </a:solidFill>
                <a:latin typeface="Pribambas" panose="00000500000000000000" pitchFamily="2" charset="0"/>
              </a:rPr>
              <a:t>иТ</a:t>
            </a:r>
            <a:endParaRPr lang="ru-RU" sz="8000" spc="-300" dirty="0">
              <a:solidFill>
                <a:srgbClr val="1A1A1A"/>
              </a:solidFill>
              <a:latin typeface="Pribambas" panose="00000500000000000000" pitchFamily="2" charset="0"/>
            </a:endParaRPr>
          </a:p>
        </p:txBody>
      </p:sp>
      <p:sp>
        <p:nvSpPr>
          <p:cNvPr id="21" name="Ромб 20">
            <a:extLst>
              <a:ext uri="{FF2B5EF4-FFF2-40B4-BE49-F238E27FC236}">
                <a16:creationId xmlns:a16="http://schemas.microsoft.com/office/drawing/2014/main" id="{3A457090-8663-E238-55DF-F07C6C4FCD34}"/>
              </a:ext>
            </a:extLst>
          </p:cNvPr>
          <p:cNvSpPr/>
          <p:nvPr/>
        </p:nvSpPr>
        <p:spPr>
          <a:xfrm>
            <a:off x="3060196" y="4982326"/>
            <a:ext cx="5751263" cy="21623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Ромб 23">
            <a:extLst>
              <a:ext uri="{FF2B5EF4-FFF2-40B4-BE49-F238E27FC236}">
                <a16:creationId xmlns:a16="http://schemas.microsoft.com/office/drawing/2014/main" id="{D62897FC-32AE-B5DB-73F6-FDDCC208E5EF}"/>
              </a:ext>
            </a:extLst>
          </p:cNvPr>
          <p:cNvSpPr/>
          <p:nvPr/>
        </p:nvSpPr>
        <p:spPr>
          <a:xfrm>
            <a:off x="4094360" y="5511807"/>
            <a:ext cx="3620120" cy="11134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57555AAF-B713-0D70-DCC1-3BE5CFB3FB6D}"/>
              </a:ext>
            </a:extLst>
          </p:cNvPr>
          <p:cNvSpPr txBox="1">
            <a:spLocks/>
          </p:cNvSpPr>
          <p:nvPr/>
        </p:nvSpPr>
        <p:spPr>
          <a:xfrm>
            <a:off x="4349669" y="4504108"/>
            <a:ext cx="2925043" cy="289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spc="-300" dirty="0" err="1">
                <a:solidFill>
                  <a:srgbClr val="FFD700"/>
                </a:solidFill>
                <a:latin typeface="Pribambas" panose="00000500000000000000" pitchFamily="2" charset="0"/>
              </a:rPr>
              <a:t>Unvarybulb</a:t>
            </a:r>
            <a:r>
              <a:rPr lang="ru-RU" sz="4000" spc="-300" dirty="0">
                <a:solidFill>
                  <a:srgbClr val="FFD700"/>
                </a:solidFill>
                <a:latin typeface="Pribambas" panose="00000500000000000000" pitchFamily="2" charset="0"/>
              </a:rPr>
              <a:t> </a:t>
            </a:r>
            <a:r>
              <a:rPr lang="ru-RU" sz="4000" spc="-300" dirty="0">
                <a:solidFill>
                  <a:srgbClr val="1A1A1A"/>
                </a:solidFill>
                <a:latin typeface="Pribambas" panose="00000500000000000000" pitchFamily="2" charset="0"/>
              </a:rPr>
              <a:t>г</a:t>
            </a:r>
            <a:endParaRPr lang="ru-RU" sz="8000" spc="-300" dirty="0">
              <a:solidFill>
                <a:srgbClr val="1A1A1A"/>
              </a:solidFill>
              <a:latin typeface="Pribambas" panose="00000500000000000000" pitchFamily="2" charset="0"/>
            </a:endParaRPr>
          </a:p>
        </p:txBody>
      </p:sp>
      <p:sp>
        <p:nvSpPr>
          <p:cNvPr id="29" name="Ромб 28">
            <a:extLst>
              <a:ext uri="{FF2B5EF4-FFF2-40B4-BE49-F238E27FC236}">
                <a16:creationId xmlns:a16="http://schemas.microsoft.com/office/drawing/2014/main" id="{DBE64E9B-E1D8-64BC-DDED-7DE429646046}"/>
              </a:ext>
            </a:extLst>
          </p:cNvPr>
          <p:cNvSpPr/>
          <p:nvPr/>
        </p:nvSpPr>
        <p:spPr>
          <a:xfrm>
            <a:off x="6614868" y="3737190"/>
            <a:ext cx="5751263" cy="21623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Ромб 29">
            <a:extLst>
              <a:ext uri="{FF2B5EF4-FFF2-40B4-BE49-F238E27FC236}">
                <a16:creationId xmlns:a16="http://schemas.microsoft.com/office/drawing/2014/main" id="{2D3BD90D-203A-FA12-7934-60E522D5BE73}"/>
              </a:ext>
            </a:extLst>
          </p:cNvPr>
          <p:cNvSpPr/>
          <p:nvPr/>
        </p:nvSpPr>
        <p:spPr>
          <a:xfrm>
            <a:off x="7649032" y="4266671"/>
            <a:ext cx="3620120" cy="11134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52CCE081-3075-DEF2-1085-FC1C834357CD}"/>
              </a:ext>
            </a:extLst>
          </p:cNvPr>
          <p:cNvSpPr txBox="1">
            <a:spLocks/>
          </p:cNvSpPr>
          <p:nvPr/>
        </p:nvSpPr>
        <p:spPr>
          <a:xfrm>
            <a:off x="7904341" y="3258972"/>
            <a:ext cx="2925043" cy="289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 err="1">
                <a:solidFill>
                  <a:srgbClr val="FFD700"/>
                </a:solidFill>
                <a:latin typeface="Pribambas" panose="00000500000000000000" pitchFamily="2" charset="0"/>
              </a:rPr>
              <a:t>Pytro</a:t>
            </a:r>
            <a:r>
              <a:rPr lang="ru-RU" sz="4000" dirty="0">
                <a:solidFill>
                  <a:srgbClr val="1A1A1A"/>
                </a:solidFill>
                <a:latin typeface="Pribambas" panose="00000500000000000000" pitchFamily="2" charset="0"/>
              </a:rPr>
              <a:t>И</a:t>
            </a:r>
            <a:r>
              <a:rPr lang="en-US" sz="4000" dirty="0">
                <a:solidFill>
                  <a:srgbClr val="FFD700"/>
                </a:solidFill>
                <a:latin typeface="Pribambas" panose="00000500000000000000" pitchFamily="2" charset="0"/>
              </a:rPr>
              <a:t>I</a:t>
            </a:r>
            <a:endParaRPr lang="ru-RU" sz="80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22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Ромб 20">
            <a:extLst>
              <a:ext uri="{FF2B5EF4-FFF2-40B4-BE49-F238E27FC236}">
                <a16:creationId xmlns:a16="http://schemas.microsoft.com/office/drawing/2014/main" id="{3A457090-8663-E238-55DF-F07C6C4FCD34}"/>
              </a:ext>
            </a:extLst>
          </p:cNvPr>
          <p:cNvSpPr/>
          <p:nvPr/>
        </p:nvSpPr>
        <p:spPr>
          <a:xfrm>
            <a:off x="3220368" y="2554688"/>
            <a:ext cx="5751263" cy="21623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Ромб 23">
            <a:extLst>
              <a:ext uri="{FF2B5EF4-FFF2-40B4-BE49-F238E27FC236}">
                <a16:creationId xmlns:a16="http://schemas.microsoft.com/office/drawing/2014/main" id="{D62897FC-32AE-B5DB-73F6-FDDCC208E5EF}"/>
              </a:ext>
            </a:extLst>
          </p:cNvPr>
          <p:cNvSpPr/>
          <p:nvPr/>
        </p:nvSpPr>
        <p:spPr>
          <a:xfrm>
            <a:off x="4254532" y="3084169"/>
            <a:ext cx="3620120" cy="11134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57555AAF-B713-0D70-DCC1-3BE5CFB3FB6D}"/>
              </a:ext>
            </a:extLst>
          </p:cNvPr>
          <p:cNvSpPr txBox="1">
            <a:spLocks/>
          </p:cNvSpPr>
          <p:nvPr/>
        </p:nvSpPr>
        <p:spPr>
          <a:xfrm>
            <a:off x="4509841" y="2076470"/>
            <a:ext cx="2925043" cy="289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spc="-300" dirty="0" err="1">
                <a:solidFill>
                  <a:srgbClr val="FFD700"/>
                </a:solidFill>
                <a:latin typeface="Pribambas" panose="00000500000000000000" pitchFamily="2" charset="0"/>
              </a:rPr>
              <a:t>Unvarybulb</a:t>
            </a:r>
            <a:endParaRPr lang="ru-RU" sz="80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4" name="Ромб 3">
            <a:extLst>
              <a:ext uri="{FF2B5EF4-FFF2-40B4-BE49-F238E27FC236}">
                <a16:creationId xmlns:a16="http://schemas.microsoft.com/office/drawing/2014/main" id="{E77C176E-213D-C3D9-A4B5-2E4476F8AB10}"/>
              </a:ext>
            </a:extLst>
          </p:cNvPr>
          <p:cNvSpPr/>
          <p:nvPr/>
        </p:nvSpPr>
        <p:spPr>
          <a:xfrm>
            <a:off x="2909970" y="2257530"/>
            <a:ext cx="5751263" cy="21623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Ромб 5">
            <a:extLst>
              <a:ext uri="{FF2B5EF4-FFF2-40B4-BE49-F238E27FC236}">
                <a16:creationId xmlns:a16="http://schemas.microsoft.com/office/drawing/2014/main" id="{A27A3D96-A141-63A6-2D0E-F70C159C140D}"/>
              </a:ext>
            </a:extLst>
          </p:cNvPr>
          <p:cNvSpPr/>
          <p:nvPr/>
        </p:nvSpPr>
        <p:spPr>
          <a:xfrm>
            <a:off x="3944134" y="2787011"/>
            <a:ext cx="3620120" cy="11134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3CF6FB6-C539-3CF1-BC8B-63F62EBB5A76}"/>
              </a:ext>
            </a:extLst>
          </p:cNvPr>
          <p:cNvSpPr txBox="1">
            <a:spLocks/>
          </p:cNvSpPr>
          <p:nvPr/>
        </p:nvSpPr>
        <p:spPr>
          <a:xfrm>
            <a:off x="4449751" y="1755994"/>
            <a:ext cx="2925043" cy="289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rgbClr val="FFD700"/>
                </a:solidFill>
                <a:latin typeface="Pribambas" panose="00000500000000000000" pitchFamily="2" charset="0"/>
              </a:rPr>
              <a:t>Matisson</a:t>
            </a:r>
            <a:endParaRPr lang="ru-RU" sz="80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29" name="Ромб 28">
            <a:extLst>
              <a:ext uri="{FF2B5EF4-FFF2-40B4-BE49-F238E27FC236}">
                <a16:creationId xmlns:a16="http://schemas.microsoft.com/office/drawing/2014/main" id="{DBE64E9B-E1D8-64BC-DDED-7DE429646046}"/>
              </a:ext>
            </a:extLst>
          </p:cNvPr>
          <p:cNvSpPr/>
          <p:nvPr/>
        </p:nvSpPr>
        <p:spPr>
          <a:xfrm>
            <a:off x="3012052" y="2578011"/>
            <a:ext cx="5751263" cy="21623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Ромб 29">
            <a:extLst>
              <a:ext uri="{FF2B5EF4-FFF2-40B4-BE49-F238E27FC236}">
                <a16:creationId xmlns:a16="http://schemas.microsoft.com/office/drawing/2014/main" id="{2D3BD90D-203A-FA12-7934-60E522D5BE73}"/>
              </a:ext>
            </a:extLst>
          </p:cNvPr>
          <p:cNvSpPr/>
          <p:nvPr/>
        </p:nvSpPr>
        <p:spPr>
          <a:xfrm>
            <a:off x="4046216" y="3107492"/>
            <a:ext cx="3620120" cy="1113459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52CCE081-3075-DEF2-1085-FC1C834357CD}"/>
              </a:ext>
            </a:extLst>
          </p:cNvPr>
          <p:cNvSpPr txBox="1">
            <a:spLocks/>
          </p:cNvSpPr>
          <p:nvPr/>
        </p:nvSpPr>
        <p:spPr>
          <a:xfrm>
            <a:off x="4301525" y="2099793"/>
            <a:ext cx="2925043" cy="289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 err="1">
                <a:solidFill>
                  <a:srgbClr val="FFD700"/>
                </a:solidFill>
                <a:latin typeface="Pribambas" panose="00000500000000000000" pitchFamily="2" charset="0"/>
              </a:rPr>
              <a:t>Pytro</a:t>
            </a:r>
            <a:r>
              <a:rPr lang="en-US" sz="4000" dirty="0">
                <a:solidFill>
                  <a:srgbClr val="FFD700"/>
                </a:solidFill>
                <a:latin typeface="Pribambas" panose="00000500000000000000" pitchFamily="2" charset="0"/>
              </a:rPr>
              <a:t> I</a:t>
            </a:r>
            <a:endParaRPr lang="ru-RU" sz="80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12" name="Ромб 11">
            <a:extLst>
              <a:ext uri="{FF2B5EF4-FFF2-40B4-BE49-F238E27FC236}">
                <a16:creationId xmlns:a16="http://schemas.microsoft.com/office/drawing/2014/main" id="{A3453F6F-3FA8-B44C-7383-426B8F8115C7}"/>
              </a:ext>
            </a:extLst>
          </p:cNvPr>
          <p:cNvSpPr/>
          <p:nvPr/>
        </p:nvSpPr>
        <p:spPr>
          <a:xfrm>
            <a:off x="370161" y="1477870"/>
            <a:ext cx="11040321" cy="491023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Ромб 14">
            <a:extLst>
              <a:ext uri="{FF2B5EF4-FFF2-40B4-BE49-F238E27FC236}">
                <a16:creationId xmlns:a16="http://schemas.microsoft.com/office/drawing/2014/main" id="{51559BE3-51B9-C9AA-A62F-ABBAB49934BD}"/>
              </a:ext>
            </a:extLst>
          </p:cNvPr>
          <p:cNvSpPr/>
          <p:nvPr/>
        </p:nvSpPr>
        <p:spPr>
          <a:xfrm>
            <a:off x="2469643" y="2099793"/>
            <a:ext cx="6949306" cy="2320077"/>
          </a:xfrm>
          <a:prstGeom prst="diamond">
            <a:avLst/>
          </a:prstGeom>
          <a:solidFill>
            <a:srgbClr val="1A1A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1A1A1"/>
              </a:solidFill>
              <a:highlight>
                <a:srgbClr val="FFFF00"/>
              </a:highlight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60F6A-C3C6-B278-D8AA-3752DC44C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1419" y="122604"/>
            <a:ext cx="5615013" cy="5558989"/>
          </a:xfrm>
        </p:spPr>
        <p:txBody>
          <a:bodyPr anchor="ctr">
            <a:normAutofit/>
          </a:bodyPr>
          <a:lstStyle/>
          <a:p>
            <a:r>
              <a:rPr lang="ru-RU" sz="8000" spc="-300" dirty="0">
                <a:solidFill>
                  <a:srgbClr val="FFD700"/>
                </a:solidFill>
                <a:latin typeface="Pribambas" panose="00000500000000000000" pitchFamily="2" charset="0"/>
              </a:rPr>
              <a:t>итоги</a:t>
            </a:r>
            <a:endParaRPr lang="ru-RU" sz="5400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A3F88-9856-D481-D2B8-30E8F7637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362" y="6101260"/>
            <a:ext cx="2045503" cy="679327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D700"/>
                </a:solidFill>
                <a:latin typeface="Pribambas" panose="00000500000000000000" pitchFamily="2" charset="0"/>
              </a:rPr>
              <a:t>By </a:t>
            </a:r>
            <a:r>
              <a:rPr lang="en-US" dirty="0" err="1">
                <a:solidFill>
                  <a:srgbClr val="FFD700"/>
                </a:solidFill>
                <a:latin typeface="Pribambas" panose="00000500000000000000" pitchFamily="2" charset="0"/>
              </a:rPr>
              <a:t>Unvarlings</a:t>
            </a:r>
            <a:endParaRPr lang="en-US" dirty="0">
              <a:solidFill>
                <a:srgbClr val="FFD700"/>
              </a:solidFill>
              <a:latin typeface="Pribambas" panose="00000500000000000000" pitchFamily="2" charset="0"/>
            </a:endParaRPr>
          </a:p>
          <a:p>
            <a:endParaRPr lang="en-US" spc="-300" dirty="0">
              <a:solidFill>
                <a:srgbClr val="FFD700"/>
              </a:solidFill>
              <a:latin typeface="Pribamba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21AC0-D1D3-2A7E-B607-0540F4B02DD3}"/>
              </a:ext>
            </a:extLst>
          </p:cNvPr>
          <p:cNvSpPr txBox="1"/>
          <p:nvPr/>
        </p:nvSpPr>
        <p:spPr>
          <a:xfrm>
            <a:off x="11011568" y="6101259"/>
            <a:ext cx="120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78CBF"/>
                </a:solidFill>
              </a:rPr>
              <a:t>Powered by </a:t>
            </a:r>
            <a:r>
              <a:rPr lang="en-US" dirty="0" err="1">
                <a:solidFill>
                  <a:srgbClr val="478CBF"/>
                </a:solidFill>
                <a:latin typeface="Inter" panose="02000503000000020004" pitchFamily="2" charset="0"/>
                <a:ea typeface="Inter" panose="02000503000000020004" pitchFamily="2" charset="0"/>
              </a:rPr>
              <a:t>GoDoT</a:t>
            </a:r>
            <a:endParaRPr lang="ru-RU" dirty="0">
              <a:solidFill>
                <a:srgbClr val="478CB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C0165F-4ACF-7BF9-B28B-F601F928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183" y="6021572"/>
            <a:ext cx="756385" cy="75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7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123</Words>
  <Application>Microsoft Office PowerPoint</Application>
  <PresentationFormat>Широкоэкранный</PresentationFormat>
  <Paragraphs>54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Inter</vt:lpstr>
      <vt:lpstr>Pribambas</vt:lpstr>
      <vt:lpstr>Тема Office</vt:lpstr>
      <vt:lpstr>QuassCraft the game</vt:lpstr>
      <vt:lpstr>Как так мы поняли тему?</vt:lpstr>
      <vt:lpstr>И как расскрыли?</vt:lpstr>
      <vt:lpstr>Кор-луп</vt:lpstr>
      <vt:lpstr>демонстрация</vt:lpstr>
      <vt:lpstr>Наша команда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Рувим Мотренко</dc:creator>
  <cp:lastModifiedBy>Рувим Мотренко</cp:lastModifiedBy>
  <cp:revision>1</cp:revision>
  <dcterms:created xsi:type="dcterms:W3CDTF">2026-10-23T18:03:44Z</dcterms:created>
  <dcterms:modified xsi:type="dcterms:W3CDTF">2026-10-23T19:11:56Z</dcterms:modified>
</cp:coreProperties>
</file>